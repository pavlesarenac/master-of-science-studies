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8D0360-4EBE-D666-2015-A06C42FD62DD}" v="13" dt="2026-05-08T14:53:26.226"/>
    <p1510:client id="{F817D6D9-3DDC-DE22-470A-520EB04E7455}" v="942" dt="2026-05-08T07:33:29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21AC4-BF2B-4C9B-A2D2-762949CAC733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R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A5281-D0A7-4F54-8D4E-A6EF7E2B9B9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231612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B96FD-2220-A9AF-9A6E-327BB2DD8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3B1E9-B289-202E-C339-DCF53E4CC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A98BD-729A-28A9-E144-54DEA8827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741BF-3D24-5F16-46B1-336D5DBA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691DB-C595-37EE-750D-5D9B0084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09405225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F5E27-F7F2-7745-438C-3B5397F2A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CF2C8-662B-D3D4-A420-A602259F2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3302-F916-B8E5-374F-9FFA8A316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D3BE7-752A-464B-A1DE-BA58F4C6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6CC3-220D-15C6-3FA4-D1127294A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3759148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50F2-484D-A0C4-4B7C-B0320AD2D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2C353-D1BB-38EE-C024-CAFE51BBF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9F505-0F89-7BD5-CDF4-2BF4A76D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38C74-BFD3-6C7F-EC25-198BC5B4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A503-DFE9-371A-C8C8-94E24F2C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13436461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B204-1783-6D38-3798-57E0CC70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1FEE8-EC8B-42C0-F293-A1752A4A9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BDF8B-607D-1D45-FB75-69A5B1421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992EE-52C0-AA6B-505E-9635C5CA8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53AFE-3239-C915-1F8D-61590717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6B1A4-DFD0-4910-92F8-FA5A26F9B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47435930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CD95B-1580-22A3-3005-C0AEE001B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9ADDF-71BB-3D9E-BB4C-3EBBDA362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EC8FB-E877-2DC1-BFF8-5FD780C3D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B173A-356C-FA82-E05D-F484EB496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A3BF9F-9146-D780-F51B-6BEF1676C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917F8-7B0B-64FD-B95F-5E194A11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1FEFF4-0A8B-BFD2-53D1-963D9574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4D99F-2560-830D-DF70-4A2F221D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8530316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5E01A-7505-FA6C-3EC6-9B7C2CD8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EABEE-D397-B64C-0DB3-C3BC2837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03B44-4937-72DD-4819-283A79154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F4E3D-4E3D-8687-ADFF-93722794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94187656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1FB1F-16F9-D5E2-C908-BB4BA2FB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BEA399-A109-B1D5-D14C-C44261839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8D0E3-E388-6C42-248E-C25B8754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62758753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B576B-C0A7-1DD3-14C9-C6B156A6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8E222-830E-5A62-AA27-9FA83B9F1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3700E-520A-52AB-3708-BF5C48F0C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F1536-73AB-D5D1-FAD2-D2F9D8287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95162-68FC-8FAE-3CFE-99AB88BF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FDFE8-81C0-0315-AFEC-D32D2D9E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61156979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39F4-C9C3-673B-F968-5A35B1A3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EE8A47-10E4-E181-5307-6508574FE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R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1CF5C-A8E3-1C01-1EEB-4DD387330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D0CCC-7B81-7A59-DEA2-A3A2F33B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D3873-B7DA-FD4A-2B8C-90A677AC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F689C-F2B5-8E55-78B4-7E73076A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08410268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11E17-985B-A41A-69D8-5B928FCD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0D1297-8FDA-404B-0A04-B7F0D6680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8EDE9-5F2E-1609-C176-5A0510A92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3E731-0BEA-516A-20AE-397A8238B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40DDE-72E0-B28E-ABFC-3CC57C4F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54989432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EE1778-6CFD-1A85-AE10-DBF26B652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3D2807-755B-9A56-B12F-1C604DDE1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5FB12-D0F3-54E2-AC05-2991E5741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BDF92-26FC-B00C-A594-DCA725CA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E63B6-5718-0581-1713-3D8ED20A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7027556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326016-E870-2DD6-A253-E6F23C0A0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8ECB4-01D0-FF16-247C-675AB959C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76C68-FE30-6A99-EA7C-E0886C8B10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F4230-7A6E-60E5-1171-705D141AF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141F5-F8E8-43A9-F0EB-F104B4BA8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121885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D3FEAF-AA2B-EBFD-8768-534DD9C17FD9}"/>
              </a:ext>
            </a:extLst>
          </p:cNvPr>
          <p:cNvSpPr>
            <a:spLocks noGrp="1"/>
          </p:cNvSpPr>
          <p:nvPr/>
        </p:nvSpPr>
        <p:spPr>
          <a:xfrm>
            <a:off x="1524000" y="136128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Множење</a:t>
            </a:r>
            <a:r>
              <a:rPr lang="en-US" dirty="0"/>
              <a:t> </a:t>
            </a:r>
            <a:r>
              <a:rPr lang="en-US" dirty="0" err="1"/>
              <a:t>матрица</a:t>
            </a:r>
            <a:r>
              <a:rPr lang="en-US" dirty="0"/>
              <a:t> - Control Flow </a:t>
            </a:r>
            <a:r>
              <a:rPr lang="en-US" dirty="0" err="1"/>
              <a:t>парадигма</a:t>
            </a:r>
            <a:r>
              <a:rPr lang="en-US" dirty="0"/>
              <a:t>, GaAs </a:t>
            </a:r>
            <a:r>
              <a:rPr lang="en-US" dirty="0" err="1"/>
              <a:t>имплементациона</a:t>
            </a:r>
            <a:r>
              <a:rPr lang="en-US" dirty="0"/>
              <a:t> </a:t>
            </a:r>
            <a:r>
              <a:rPr lang="en-US" dirty="0" err="1"/>
              <a:t>технологија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73F3153-E809-8BC8-F35C-CD774FF90276}"/>
              </a:ext>
            </a:extLst>
          </p:cNvPr>
          <p:cNvSpPr>
            <a:spLocks noGrp="1"/>
          </p:cNvSpPr>
          <p:nvPr/>
        </p:nvSpPr>
        <p:spPr>
          <a:xfrm>
            <a:off x="1524000" y="384095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br>
              <a:rPr lang="en-US" sz="2800" dirty="0"/>
            </a:br>
            <a:r>
              <a:rPr lang="en-US" sz="2800" dirty="0"/>
              <a:t>Електротехнички </a:t>
            </a:r>
            <a:r>
              <a:rPr lang="en-US" sz="2800" dirty="0" err="1"/>
              <a:t>факултет</a:t>
            </a:r>
            <a:r>
              <a:rPr lang="en-US" sz="2800" dirty="0"/>
              <a:t>, </a:t>
            </a:r>
            <a:r>
              <a:rPr lang="en-US" sz="2800" dirty="0" err="1"/>
              <a:t>Универзитет</a:t>
            </a:r>
            <a:r>
              <a:rPr lang="en-US" sz="2800" dirty="0"/>
              <a:t> у </a:t>
            </a:r>
            <a:r>
              <a:rPr lang="en-US" sz="2800" dirty="0" err="1"/>
              <a:t>Београду</a:t>
            </a:r>
            <a:br>
              <a:rPr lang="en-US" dirty="0"/>
            </a:br>
            <a:r>
              <a:rPr lang="sr-Latn-RS" dirty="0"/>
              <a:t>Никола Николић 2025/3109</a:t>
            </a:r>
            <a:endParaRPr lang="en-US" sz="2800" dirty="0"/>
          </a:p>
          <a:p>
            <a:pPr lvl="1"/>
            <a:r>
              <a:rPr lang="en-US" dirty="0" err="1"/>
              <a:t>Павле</a:t>
            </a:r>
            <a:r>
              <a:rPr lang="en-US" dirty="0"/>
              <a:t> </a:t>
            </a:r>
            <a:r>
              <a:rPr lang="en-US" dirty="0" err="1"/>
              <a:t>Шаренац</a:t>
            </a:r>
            <a:r>
              <a:rPr lang="sr-Latn-RS" dirty="0"/>
              <a:t> 2025/3068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72E610-70D9-2D73-871A-DBBB43E11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1</a:t>
            </a:fld>
            <a:r>
              <a:rPr lang="sr-Latn-RS"/>
              <a:t>/7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0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30A4-40E8-4746-536A-17978E9D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Шта</a:t>
            </a:r>
            <a:r>
              <a:rPr lang="en-US" dirty="0"/>
              <a:t> </a:t>
            </a:r>
            <a:r>
              <a:rPr lang="en-US" dirty="0" err="1"/>
              <a:t>је</a:t>
            </a:r>
            <a:r>
              <a:rPr lang="en-US" dirty="0"/>
              <a:t> GaAs?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2C0C2-821C-6CBE-6DD6-AFEE4BC7C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Gallium Arsenide - </a:t>
            </a:r>
            <a:r>
              <a:rPr lang="en-US" dirty="0" err="1"/>
              <a:t>полупроводник</a:t>
            </a:r>
            <a:r>
              <a:rPr lang="en-US" dirty="0"/>
              <a:t>, </a:t>
            </a:r>
            <a:r>
              <a:rPr lang="en-US" dirty="0" err="1"/>
              <a:t>алтернатива</a:t>
            </a:r>
            <a:r>
              <a:rPr lang="en-US" dirty="0"/>
              <a:t> </a:t>
            </a:r>
            <a:r>
              <a:rPr lang="en-US" dirty="0" err="1"/>
              <a:t>силицијуму</a:t>
            </a:r>
          </a:p>
          <a:p>
            <a:r>
              <a:rPr lang="en-US" dirty="0"/>
              <a:t>Radiation hardness - </a:t>
            </a:r>
            <a:r>
              <a:rPr lang="en-US" dirty="0" err="1"/>
              <a:t>отпоран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јонизујуће</a:t>
            </a:r>
            <a:r>
              <a:rPr lang="en-US" dirty="0"/>
              <a:t> </a:t>
            </a:r>
            <a:r>
              <a:rPr lang="en-US" dirty="0" err="1"/>
              <a:t>зрачење</a:t>
            </a:r>
            <a:r>
              <a:rPr lang="en-US" dirty="0"/>
              <a:t>, </a:t>
            </a:r>
            <a:r>
              <a:rPr lang="en-US" dirty="0" err="1"/>
              <a:t>идеалан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свемирске</a:t>
            </a:r>
            <a:r>
              <a:rPr lang="en-US" dirty="0"/>
              <a:t> и </a:t>
            </a:r>
            <a:r>
              <a:rPr lang="en-US" dirty="0" err="1"/>
              <a:t>војне</a:t>
            </a:r>
            <a:r>
              <a:rPr lang="en-US" dirty="0"/>
              <a:t> </a:t>
            </a:r>
            <a:r>
              <a:rPr lang="en-US" dirty="0" err="1"/>
              <a:t>примене</a:t>
            </a:r>
            <a:endParaRPr lang="en-US" dirty="0"/>
          </a:p>
          <a:p>
            <a:r>
              <a:rPr lang="en-US" dirty="0" err="1"/>
              <a:t>Поузданији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високим</a:t>
            </a:r>
            <a:r>
              <a:rPr lang="en-US" dirty="0"/>
              <a:t> </a:t>
            </a:r>
            <a:r>
              <a:rPr lang="en-US" dirty="0" err="1"/>
              <a:t>температурама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</a:t>
            </a:r>
            <a:r>
              <a:rPr lang="en-US" dirty="0" err="1"/>
              <a:t>силицијума</a:t>
            </a:r>
            <a:endParaRPr lang="en-US" dirty="0"/>
          </a:p>
          <a:p>
            <a:r>
              <a:rPr lang="en-US" dirty="0" err="1"/>
              <a:t>Електрони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крећу</a:t>
            </a:r>
            <a:r>
              <a:rPr lang="en-US" dirty="0"/>
              <a:t> 5-6 </a:t>
            </a:r>
            <a:r>
              <a:rPr lang="en-US" dirty="0" err="1"/>
              <a:t>пута</a:t>
            </a:r>
            <a:r>
              <a:rPr lang="en-US" dirty="0"/>
              <a:t> </a:t>
            </a:r>
            <a:r>
              <a:rPr lang="en-US" dirty="0" err="1"/>
              <a:t>брже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кроз</a:t>
            </a:r>
            <a:r>
              <a:rPr lang="en-US" dirty="0"/>
              <a:t> </a:t>
            </a:r>
            <a:r>
              <a:rPr lang="en-US" dirty="0" err="1"/>
              <a:t>силицијум</a:t>
            </a:r>
          </a:p>
          <a:p>
            <a:r>
              <a:rPr lang="en-US" dirty="0" err="1"/>
              <a:t>Средином</a:t>
            </a:r>
            <a:r>
              <a:rPr lang="en-US" dirty="0"/>
              <a:t> 1980-их </a:t>
            </a:r>
            <a:r>
              <a:rPr lang="en-US" dirty="0" err="1"/>
              <a:t>дизајниран</a:t>
            </a:r>
            <a:r>
              <a:rPr lang="en-US" dirty="0"/>
              <a:t> </a:t>
            </a:r>
            <a:r>
              <a:rPr lang="en-US" dirty="0" err="1"/>
              <a:t>први</a:t>
            </a:r>
            <a:r>
              <a:rPr lang="en-US" dirty="0"/>
              <a:t> DARPA GaAs RISC </a:t>
            </a:r>
            <a:r>
              <a:rPr lang="en-US" dirty="0" err="1"/>
              <a:t>процесор</a:t>
            </a:r>
            <a:r>
              <a:rPr lang="en-US" dirty="0"/>
              <a:t> </a:t>
            </a:r>
            <a:r>
              <a:rPr lang="en-US" dirty="0" err="1"/>
              <a:t>са</a:t>
            </a:r>
            <a:r>
              <a:rPr lang="en-US" dirty="0"/>
              <a:t> </a:t>
            </a:r>
            <a:r>
              <a:rPr lang="en-US" dirty="0" err="1"/>
              <a:t>тактом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200MHz</a:t>
            </a:r>
          </a:p>
          <a:p>
            <a:r>
              <a:rPr lang="en-US" dirty="0"/>
              <a:t>Тек </a:t>
            </a:r>
            <a:r>
              <a:rPr lang="en-US" dirty="0" err="1"/>
              <a:t>деценију</a:t>
            </a:r>
            <a:r>
              <a:rPr lang="en-US" dirty="0"/>
              <a:t> </a:t>
            </a:r>
            <a:r>
              <a:rPr lang="en-US" dirty="0" err="1"/>
              <a:t>касније</a:t>
            </a:r>
            <a:r>
              <a:rPr lang="en-US" dirty="0"/>
              <a:t> </a:t>
            </a:r>
            <a:r>
              <a:rPr lang="en-US" dirty="0" err="1"/>
              <a:t>комерцијални</a:t>
            </a:r>
            <a:r>
              <a:rPr lang="en-US" dirty="0"/>
              <a:t> </a:t>
            </a:r>
            <a:r>
              <a:rPr lang="en-US" dirty="0" err="1"/>
              <a:t>силицијумски</a:t>
            </a:r>
            <a:r>
              <a:rPr lang="en-US" dirty="0"/>
              <a:t> </a:t>
            </a:r>
            <a:r>
              <a:rPr lang="en-US" dirty="0" err="1"/>
              <a:t>процесори</a:t>
            </a:r>
            <a:r>
              <a:rPr lang="en-US" dirty="0"/>
              <a:t> </a:t>
            </a:r>
            <a:r>
              <a:rPr lang="en-US" dirty="0" err="1"/>
              <a:t>сустижу</a:t>
            </a:r>
            <a:r>
              <a:rPr lang="en-US" dirty="0"/>
              <a:t> </a:t>
            </a:r>
            <a:r>
              <a:rPr lang="en-US" dirty="0" err="1"/>
              <a:t>овај</a:t>
            </a:r>
            <a:r>
              <a:rPr lang="en-US" dirty="0"/>
              <a:t> </a:t>
            </a:r>
            <a:r>
              <a:rPr lang="en-US" dirty="0" err="1"/>
              <a:t>такт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F08A9-0BC1-374E-DCF3-635C11F7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2</a:t>
            </a:fld>
            <a:r>
              <a:rPr lang="sr-Latn-RS"/>
              <a:t>/7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14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78379-2119-9E6C-F89A-BC6DB6A16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Мане</a:t>
            </a:r>
            <a:r>
              <a:rPr lang="en-US" dirty="0"/>
              <a:t> GaAs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997ED-5D7C-BF5C-92E6-FDB43365E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Цена</a:t>
            </a:r>
            <a:r>
              <a:rPr lang="en-US" dirty="0"/>
              <a:t> - GaAs </a:t>
            </a:r>
            <a:r>
              <a:rPr lang="en-US" dirty="0" err="1"/>
              <a:t>је</a:t>
            </a:r>
            <a:r>
              <a:rPr lang="en-US" dirty="0"/>
              <a:t> </a:t>
            </a:r>
            <a:r>
              <a:rPr lang="en-US" dirty="0" err="1"/>
              <a:t>значајно</a:t>
            </a:r>
            <a:r>
              <a:rPr lang="en-US" dirty="0"/>
              <a:t> </a:t>
            </a:r>
            <a:r>
              <a:rPr lang="en-US" dirty="0" err="1"/>
              <a:t>скупљи</a:t>
            </a:r>
            <a:r>
              <a:rPr lang="en-US" dirty="0"/>
              <a:t> 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производњу</a:t>
            </a:r>
            <a:r>
              <a:rPr lang="en-US" dirty="0"/>
              <a:t> </a:t>
            </a:r>
            <a:r>
              <a:rPr lang="en-US" dirty="0" err="1"/>
              <a:t>од</a:t>
            </a:r>
            <a:r>
              <a:rPr lang="en-US" dirty="0"/>
              <a:t> </a:t>
            </a:r>
            <a:r>
              <a:rPr lang="en-US" dirty="0" err="1"/>
              <a:t>силицијума</a:t>
            </a:r>
            <a:endParaRPr lang="en-US" dirty="0"/>
          </a:p>
          <a:p>
            <a:r>
              <a:rPr lang="en-US" dirty="0" err="1"/>
              <a:t>Мање</a:t>
            </a:r>
            <a:r>
              <a:rPr lang="en-US" dirty="0"/>
              <a:t> </a:t>
            </a:r>
            <a:r>
              <a:rPr lang="en-US" dirty="0" err="1"/>
              <a:t>транзистора</a:t>
            </a:r>
            <a:r>
              <a:rPr lang="en-US" dirty="0"/>
              <a:t> </a:t>
            </a:r>
            <a:r>
              <a:rPr lang="en-US" dirty="0" err="1"/>
              <a:t>стаје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 GaAs </a:t>
            </a:r>
            <a:r>
              <a:rPr lang="en-US" dirty="0" err="1"/>
              <a:t>чип</a:t>
            </a:r>
            <a:r>
              <a:rPr lang="en-US" dirty="0"/>
              <a:t> у </a:t>
            </a:r>
            <a:r>
              <a:rPr lang="en-US" dirty="0" err="1"/>
              <a:t>односу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силицијумски</a:t>
            </a:r>
            <a:endParaRPr lang="en-US" dirty="0"/>
          </a:p>
          <a:p>
            <a:r>
              <a:rPr lang="en-US" dirty="0" err="1"/>
              <a:t>Токсичност</a:t>
            </a:r>
            <a:r>
              <a:rPr lang="en-US" dirty="0"/>
              <a:t> - </a:t>
            </a:r>
            <a:r>
              <a:rPr lang="en-US" dirty="0" err="1"/>
              <a:t>арсен</a:t>
            </a:r>
            <a:r>
              <a:rPr lang="en-US" dirty="0"/>
              <a:t> </a:t>
            </a:r>
            <a:r>
              <a:rPr lang="en-US" dirty="0" err="1"/>
              <a:t>је</a:t>
            </a:r>
            <a:r>
              <a:rPr lang="en-US" dirty="0"/>
              <a:t> </a:t>
            </a:r>
            <a:r>
              <a:rPr lang="en-US" dirty="0" err="1"/>
              <a:t>врло</a:t>
            </a:r>
            <a:r>
              <a:rPr lang="en-US" dirty="0"/>
              <a:t> </a:t>
            </a:r>
            <a:r>
              <a:rPr lang="en-US" dirty="0" err="1"/>
              <a:t>отрован</a:t>
            </a:r>
            <a:r>
              <a:rPr lang="en-US" dirty="0"/>
              <a:t> </a:t>
            </a:r>
            <a:r>
              <a:rPr lang="en-US" dirty="0" err="1"/>
              <a:t>елемент</a:t>
            </a:r>
            <a:r>
              <a:rPr lang="en-US" dirty="0"/>
              <a:t>, </a:t>
            </a:r>
            <a:r>
              <a:rPr lang="en-US" dirty="0" err="1"/>
              <a:t>компликује</a:t>
            </a:r>
            <a:r>
              <a:rPr lang="en-US" dirty="0"/>
              <a:t> </a:t>
            </a:r>
            <a:r>
              <a:rPr lang="en-US" dirty="0" err="1"/>
              <a:t>производњу</a:t>
            </a:r>
            <a:r>
              <a:rPr lang="en-US" dirty="0"/>
              <a:t> и </a:t>
            </a:r>
            <a:r>
              <a:rPr lang="en-US" dirty="0" err="1"/>
              <a:t>одлагање</a:t>
            </a:r>
            <a:r>
              <a:rPr lang="en-US" dirty="0"/>
              <a:t> </a:t>
            </a:r>
            <a:r>
              <a:rPr lang="en-US" dirty="0" err="1"/>
              <a:t>отпада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C3D80-F86C-4423-2139-838334EB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3</a:t>
            </a:fld>
            <a:r>
              <a:rPr lang="sr-Latn-RS"/>
              <a:t>/7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87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52B8-8519-DC90-F221-FF6F78E1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 GaAs </a:t>
            </a:r>
            <a:r>
              <a:rPr lang="en-US" dirty="0" err="1"/>
              <a:t>чипови</a:t>
            </a:r>
            <a:r>
              <a:rPr lang="en-US" dirty="0"/>
              <a:t> </a:t>
            </a:r>
            <a:r>
              <a:rPr lang="en-US" dirty="0" err="1"/>
              <a:t>користе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A1163-894F-06AF-7E0D-B23ABE7F5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Због</a:t>
            </a:r>
            <a:r>
              <a:rPr lang="en-US" dirty="0"/>
              <a:t> </a:t>
            </a:r>
            <a:r>
              <a:rPr lang="en-US" dirty="0" err="1"/>
              <a:t>својих</a:t>
            </a:r>
            <a:r>
              <a:rPr lang="en-US" dirty="0"/>
              <a:t> </a:t>
            </a:r>
            <a:r>
              <a:rPr lang="en-US" dirty="0" err="1"/>
              <a:t>недостатака</a:t>
            </a:r>
            <a:r>
              <a:rPr lang="en-US" dirty="0"/>
              <a:t>, GaAs </a:t>
            </a:r>
            <a:r>
              <a:rPr lang="en-US" dirty="0" err="1"/>
              <a:t>чипови</a:t>
            </a:r>
            <a:r>
              <a:rPr lang="en-US" dirty="0"/>
              <a:t> </a:t>
            </a:r>
            <a:r>
              <a:rPr lang="en-US" dirty="0" err="1"/>
              <a:t>нису</a:t>
            </a:r>
            <a:r>
              <a:rPr lang="en-US" dirty="0"/>
              <a:t> </a:t>
            </a:r>
            <a:r>
              <a:rPr lang="en-US" dirty="0" err="1"/>
              <a:t>заменили</a:t>
            </a:r>
            <a:r>
              <a:rPr lang="en-US" dirty="0"/>
              <a:t> </a:t>
            </a:r>
            <a:r>
              <a:rPr lang="en-US" dirty="0" err="1"/>
              <a:t>силицијумске</a:t>
            </a:r>
            <a:r>
              <a:rPr lang="en-US" dirty="0"/>
              <a:t> у </a:t>
            </a:r>
            <a:r>
              <a:rPr lang="en-US" dirty="0" err="1"/>
              <a:t>масовној</a:t>
            </a:r>
            <a:r>
              <a:rPr lang="en-US" dirty="0"/>
              <a:t> </a:t>
            </a:r>
            <a:r>
              <a:rPr lang="en-US" dirty="0" err="1"/>
              <a:t>производњи</a:t>
            </a:r>
            <a:endParaRPr lang="en-US" dirty="0"/>
          </a:p>
          <a:p>
            <a:r>
              <a:rPr lang="en-US" dirty="0" err="1"/>
              <a:t>Војска</a:t>
            </a:r>
            <a:r>
              <a:rPr lang="en-US" dirty="0"/>
              <a:t>, </a:t>
            </a:r>
            <a:r>
              <a:rPr lang="en-US" dirty="0" err="1"/>
              <a:t>свемирска</a:t>
            </a:r>
            <a:r>
              <a:rPr lang="en-US" dirty="0"/>
              <a:t> </a:t>
            </a:r>
            <a:r>
              <a:rPr lang="en-US" dirty="0" err="1"/>
              <a:t>електроника</a:t>
            </a:r>
            <a:r>
              <a:rPr lang="en-US" dirty="0"/>
              <a:t> -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је</a:t>
            </a:r>
            <a:r>
              <a:rPr lang="en-US" dirty="0"/>
              <a:t> </a:t>
            </a:r>
            <a:r>
              <a:rPr lang="en-US" dirty="0" err="1"/>
              <a:t>отпорност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радијацију</a:t>
            </a:r>
            <a:r>
              <a:rPr lang="en-US" dirty="0"/>
              <a:t> </a:t>
            </a:r>
            <a:r>
              <a:rPr lang="en-US" dirty="0" err="1"/>
              <a:t>кључна</a:t>
            </a:r>
          </a:p>
          <a:p>
            <a:r>
              <a:rPr lang="en-US" dirty="0" err="1"/>
              <a:t>Оптичка</a:t>
            </a:r>
            <a:r>
              <a:rPr lang="en-US" dirty="0"/>
              <a:t> </a:t>
            </a:r>
            <a:r>
              <a:rPr lang="en-US" dirty="0" err="1"/>
              <a:t>комуникација</a:t>
            </a:r>
            <a:r>
              <a:rPr lang="en-US" dirty="0"/>
              <a:t> - </a:t>
            </a:r>
            <a:r>
              <a:rPr lang="en-US" dirty="0" err="1"/>
              <a:t>ласери</a:t>
            </a:r>
            <a:r>
              <a:rPr lang="en-US" dirty="0"/>
              <a:t> и </a:t>
            </a:r>
            <a:r>
              <a:rPr lang="en-US" dirty="0" err="1"/>
              <a:t>фотодетектори</a:t>
            </a:r>
            <a:endParaRPr lang="en-US" dirty="0"/>
          </a:p>
          <a:p>
            <a:r>
              <a:rPr lang="en-US" dirty="0"/>
              <a:t>5G </a:t>
            </a:r>
            <a:r>
              <a:rPr lang="en-US" dirty="0" err="1"/>
              <a:t>чипови</a:t>
            </a:r>
            <a:r>
              <a:rPr lang="en-US" dirty="0"/>
              <a:t> - </a:t>
            </a:r>
            <a:r>
              <a:rPr lang="en-US" dirty="0" err="1">
                <a:ea typeface="+mn-lt"/>
                <a:cs typeface="+mn-lt"/>
              </a:rPr>
              <a:t>појачавачи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сигнала</a:t>
            </a:r>
            <a:r>
              <a:rPr lang="en-US" dirty="0">
                <a:ea typeface="+mn-lt"/>
                <a:cs typeface="+mn-lt"/>
              </a:rPr>
              <a:t> у </a:t>
            </a:r>
            <a:r>
              <a:rPr lang="en-US" dirty="0" err="1">
                <a:ea typeface="+mn-lt"/>
                <a:cs typeface="+mn-lt"/>
              </a:rPr>
              <a:t>мобилним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телефонима</a:t>
            </a:r>
            <a:r>
              <a:rPr lang="en-US" dirty="0">
                <a:ea typeface="+mn-lt"/>
                <a:cs typeface="+mn-lt"/>
              </a:rPr>
              <a:t> и </a:t>
            </a:r>
            <a:r>
              <a:rPr lang="en-US" dirty="0" err="1">
                <a:ea typeface="+mn-lt"/>
                <a:cs typeface="+mn-lt"/>
              </a:rPr>
              <a:t>базним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станицама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44522-505E-C0E1-5184-D89AA852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4</a:t>
            </a:fld>
            <a:r>
              <a:rPr lang="sr-Latn-RS"/>
              <a:t>/7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5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D9324-CFBC-6929-0E85-1503783F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Intel 8085 ISA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427FB-CCD4-3FDA-14FC-B621B8526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8-битни RISC-like </a:t>
            </a:r>
            <a:r>
              <a:rPr lang="en-US" dirty="0" err="1">
                <a:ea typeface="+mn-lt"/>
                <a:cs typeface="+mn-lt"/>
              </a:rPr>
              <a:t>процесор</a:t>
            </a:r>
            <a:r>
              <a:rPr lang="en-US" dirty="0">
                <a:ea typeface="+mn-lt"/>
                <a:cs typeface="+mn-lt"/>
              </a:rPr>
              <a:t>, Intel, 1977. </a:t>
            </a:r>
            <a:r>
              <a:rPr lang="en-US" dirty="0" err="1">
                <a:ea typeface="+mn-lt"/>
                <a:cs typeface="+mn-lt"/>
              </a:rPr>
              <a:t>година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Регистри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акумулатор</a:t>
            </a:r>
            <a:r>
              <a:rPr lang="en-US" dirty="0">
                <a:ea typeface="+mn-lt"/>
                <a:cs typeface="+mn-lt"/>
              </a:rPr>
              <a:t> A, </a:t>
            </a:r>
            <a:r>
              <a:rPr lang="en-US" dirty="0" err="1">
                <a:ea typeface="+mn-lt"/>
                <a:cs typeface="+mn-lt"/>
              </a:rPr>
              <a:t>општи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регистри</a:t>
            </a:r>
            <a:r>
              <a:rPr lang="en-US" dirty="0">
                <a:ea typeface="+mn-lt"/>
                <a:cs typeface="+mn-lt"/>
              </a:rPr>
              <a:t> B, C, D, E, H, 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16-битни </a:t>
            </a:r>
            <a:r>
              <a:rPr lang="en-US" dirty="0" err="1">
                <a:ea typeface="+mn-lt"/>
                <a:cs typeface="+mn-lt"/>
              </a:rPr>
              <a:t>програмски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бројач</a:t>
            </a:r>
            <a:r>
              <a:rPr lang="en-US" dirty="0">
                <a:ea typeface="+mn-lt"/>
                <a:cs typeface="+mn-lt"/>
              </a:rPr>
              <a:t> (PC) и </a:t>
            </a:r>
            <a:r>
              <a:rPr lang="en-US" dirty="0" err="1">
                <a:ea typeface="+mn-lt"/>
                <a:cs typeface="+mn-lt"/>
              </a:rPr>
              <a:t>стек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поинтер</a:t>
            </a:r>
            <a:r>
              <a:rPr lang="en-US" dirty="0">
                <a:ea typeface="+mn-lt"/>
                <a:cs typeface="+mn-lt"/>
              </a:rPr>
              <a:t> (SP)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Једноставан </a:t>
            </a:r>
            <a:r>
              <a:rPr lang="en-US" dirty="0" err="1">
                <a:ea typeface="+mn-lt"/>
                <a:cs typeface="+mn-lt"/>
              </a:rPr>
              <a:t>инструкцијски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сет</a:t>
            </a:r>
            <a:r>
              <a:rPr lang="en-US" dirty="0">
                <a:ea typeface="+mn-lt"/>
                <a:cs typeface="+mn-lt"/>
              </a:rPr>
              <a:t> - </a:t>
            </a:r>
            <a:r>
              <a:rPr lang="en-US" dirty="0" err="1">
                <a:ea typeface="+mn-lt"/>
                <a:cs typeface="+mn-lt"/>
              </a:rPr>
              <a:t>основне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операције</a:t>
            </a:r>
            <a:r>
              <a:rPr lang="en-US" dirty="0">
                <a:ea typeface="+mn-lt"/>
                <a:cs typeface="+mn-lt"/>
              </a:rPr>
              <a:t>: MOV, ADD, DCR, INR, JNZ, STA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Нема</a:t>
            </a:r>
            <a:r>
              <a:rPr lang="en-US" dirty="0">
                <a:ea typeface="+mn-lt"/>
                <a:cs typeface="+mn-lt"/>
              </a:rPr>
              <a:t> MUL </a:t>
            </a:r>
            <a:r>
              <a:rPr lang="en-US" dirty="0" err="1">
                <a:ea typeface="+mn-lt"/>
                <a:cs typeface="+mn-lt"/>
              </a:rPr>
              <a:t>инструкцију</a:t>
            </a:r>
            <a:r>
              <a:rPr lang="en-US" dirty="0">
                <a:ea typeface="+mn-lt"/>
                <a:cs typeface="+mn-lt"/>
              </a:rPr>
              <a:t> - </a:t>
            </a:r>
            <a:r>
              <a:rPr lang="en-US" dirty="0" err="1">
                <a:ea typeface="+mn-lt"/>
                <a:cs typeface="+mn-lt"/>
              </a:rPr>
              <a:t>множење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имплементира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софтверски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Добро </a:t>
            </a:r>
            <a:r>
              <a:rPr lang="en-US" dirty="0" err="1">
                <a:ea typeface="+mn-lt"/>
                <a:cs typeface="+mn-lt"/>
              </a:rPr>
              <a:t>документован</a:t>
            </a:r>
            <a:r>
              <a:rPr lang="en-US" dirty="0">
                <a:ea typeface="+mn-lt"/>
                <a:cs typeface="+mn-lt"/>
              </a:rPr>
              <a:t> и </a:t>
            </a:r>
            <a:r>
              <a:rPr lang="en-US" dirty="0" err="1">
                <a:ea typeface="+mn-lt"/>
                <a:cs typeface="+mn-lt"/>
              </a:rPr>
              <a:t>широко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коришћен</a:t>
            </a:r>
            <a:r>
              <a:rPr lang="en-US" dirty="0">
                <a:ea typeface="+mn-lt"/>
                <a:cs typeface="+mn-lt"/>
              </a:rPr>
              <a:t> у </a:t>
            </a:r>
            <a:r>
              <a:rPr lang="en-US" dirty="0" err="1">
                <a:ea typeface="+mn-lt"/>
                <a:cs typeface="+mn-lt"/>
              </a:rPr>
              <a:t>образовању</a:t>
            </a:r>
            <a:r>
              <a:rPr lang="en-US" dirty="0">
                <a:ea typeface="+mn-lt"/>
                <a:cs typeface="+mn-lt"/>
              </a:rPr>
              <a:t> и </a:t>
            </a:r>
            <a:r>
              <a:rPr lang="en-US" dirty="0" err="1">
                <a:ea typeface="+mn-lt"/>
                <a:cs typeface="+mn-lt"/>
              </a:rPr>
              <a:t>истраживању</a:t>
            </a:r>
            <a:endParaRPr lang="en-US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996FD-CFCD-9E55-FA28-19CF5426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5</a:t>
            </a:fld>
            <a:r>
              <a:rPr lang="sr-Latn-RS"/>
              <a:t>/7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4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4055-8A70-77C7-123E-91611F80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Зашто</a:t>
            </a:r>
            <a:r>
              <a:rPr lang="en-US" dirty="0">
                <a:ea typeface="+mj-lt"/>
                <a:cs typeface="+mj-lt"/>
              </a:rPr>
              <a:t> Intel 8085 ISA </a:t>
            </a:r>
            <a:r>
              <a:rPr lang="en-US" dirty="0" err="1">
                <a:ea typeface="+mj-lt"/>
                <a:cs typeface="+mj-lt"/>
              </a:rPr>
              <a:t>за</a:t>
            </a:r>
            <a:r>
              <a:rPr lang="en-US" dirty="0">
                <a:ea typeface="+mj-lt"/>
                <a:cs typeface="+mj-lt"/>
              </a:rPr>
              <a:t> GaAs </a:t>
            </a:r>
            <a:r>
              <a:rPr lang="en-US" dirty="0" err="1">
                <a:ea typeface="+mj-lt"/>
                <a:cs typeface="+mj-lt"/>
              </a:rPr>
              <a:t>чип</a:t>
            </a:r>
            <a:r>
              <a:rPr lang="en-US" dirty="0">
                <a:ea typeface="+mj-lt"/>
                <a:cs typeface="+mj-lt"/>
              </a:rPr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A70F-0E9B-6919-35CF-6F3E905AD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GaAs </a:t>
            </a:r>
            <a:r>
              <a:rPr lang="en-US" dirty="0" err="1">
                <a:ea typeface="+mn-lt"/>
                <a:cs typeface="+mn-lt"/>
              </a:rPr>
              <a:t>технологија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има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физичко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ограничење</a:t>
            </a:r>
            <a:r>
              <a:rPr lang="en-US" dirty="0">
                <a:ea typeface="+mn-lt"/>
                <a:cs typeface="+mn-lt"/>
              </a:rPr>
              <a:t> - </a:t>
            </a:r>
            <a:r>
              <a:rPr lang="en-US" dirty="0" err="1">
                <a:ea typeface="+mn-lt"/>
                <a:cs typeface="+mn-lt"/>
              </a:rPr>
              <a:t>мање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транзистора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стаје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чип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Комплексан</a:t>
            </a:r>
            <a:r>
              <a:rPr lang="en-US" dirty="0">
                <a:ea typeface="+mn-lt"/>
                <a:cs typeface="+mn-lt"/>
              </a:rPr>
              <a:t> ISA </a:t>
            </a:r>
            <a:r>
              <a:rPr lang="en-US" dirty="0" err="1">
                <a:ea typeface="+mn-lt"/>
                <a:cs typeface="+mn-lt"/>
              </a:rPr>
              <a:t>захтева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више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транзистора</a:t>
            </a:r>
            <a:r>
              <a:rPr lang="en-US" dirty="0">
                <a:ea typeface="+mn-lt"/>
                <a:cs typeface="+mn-lt"/>
              </a:rPr>
              <a:t> - GaAs </a:t>
            </a:r>
            <a:r>
              <a:rPr lang="en-US" dirty="0" err="1">
                <a:ea typeface="+mn-lt"/>
                <a:cs typeface="+mn-lt"/>
              </a:rPr>
              <a:t>то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може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да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приушти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8085 </a:t>
            </a:r>
            <a:r>
              <a:rPr lang="en-US" dirty="0" err="1">
                <a:ea typeface="+mn-lt"/>
                <a:cs typeface="+mn-lt"/>
              </a:rPr>
              <a:t>је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једноставан</a:t>
            </a:r>
            <a:r>
              <a:rPr lang="en-US" dirty="0">
                <a:ea typeface="+mn-lt"/>
                <a:cs typeface="+mn-lt"/>
              </a:rPr>
              <a:t> ISA </a:t>
            </a:r>
            <a:r>
              <a:rPr lang="en-US" dirty="0" err="1">
                <a:ea typeface="+mn-lt"/>
                <a:cs typeface="+mn-lt"/>
              </a:rPr>
              <a:t>са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малим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бројем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инструкција</a:t>
            </a:r>
            <a:r>
              <a:rPr lang="en-US" dirty="0">
                <a:ea typeface="+mn-lt"/>
                <a:cs typeface="+mn-lt"/>
              </a:rPr>
              <a:t> - </a:t>
            </a:r>
            <a:r>
              <a:rPr lang="en-US" dirty="0" err="1">
                <a:ea typeface="+mn-lt"/>
                <a:cs typeface="+mn-lt"/>
              </a:rPr>
              <a:t>идеалан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за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ограничене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ресурсе</a:t>
            </a:r>
            <a:endParaRPr lang="en-US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0474A-759F-5C43-7636-3EDAA1EFF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6</a:t>
            </a:fld>
            <a:r>
              <a:rPr lang="sr-Latn-RS"/>
              <a:t>/7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68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3DDB6-2E99-F8F4-86B9-FDCF773EC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Множење</a:t>
            </a:r>
            <a:r>
              <a:rPr lang="en-US" dirty="0"/>
              <a:t> </a:t>
            </a:r>
            <a:r>
              <a:rPr lang="en-US" dirty="0" err="1"/>
              <a:t>матрица</a:t>
            </a:r>
            <a:r>
              <a:rPr lang="en-US" dirty="0"/>
              <a:t> у Intel 8085 ISA</a:t>
            </a:r>
          </a:p>
        </p:txBody>
      </p:sp>
      <p:pic>
        <p:nvPicPr>
          <p:cNvPr id="23" name="Content Placeholder 22" descr="A screenshot of a computer program">
            <a:extLst>
              <a:ext uri="{FF2B5EF4-FFF2-40B4-BE49-F238E27FC236}">
                <a16:creationId xmlns:a16="http://schemas.microsoft.com/office/drawing/2014/main" id="{15D849FE-A8F7-AFBA-43D4-61E3A63A2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8858" y="1355842"/>
            <a:ext cx="9422190" cy="535137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645481-4E88-A605-1DC6-D5DF5F74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7</a:t>
            </a:fld>
            <a:r>
              <a:rPr lang="sr-Latn-RS"/>
              <a:t>/7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98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462</Words>
  <Application>Microsoft Office PowerPoint</Application>
  <PresentationFormat>Widescreen</PresentationFormat>
  <Paragraphs>116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Шта је GaAs?</vt:lpstr>
      <vt:lpstr>Мане GaAs</vt:lpstr>
      <vt:lpstr>Где се GaAs чипови користе?</vt:lpstr>
      <vt:lpstr>Intel 8085 ISA</vt:lpstr>
      <vt:lpstr>Зашто Intel 8085 ISA за GaAs чип?</vt:lpstr>
      <vt:lpstr>Множење матрица у Intel 8085 ISA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Никола Николић</dc:creator>
  <cp:lastModifiedBy>Никола Николић</cp:lastModifiedBy>
  <cp:revision>231</cp:revision>
  <dcterms:created xsi:type="dcterms:W3CDTF">2026-05-07T09:48:56Z</dcterms:created>
  <dcterms:modified xsi:type="dcterms:W3CDTF">2026-05-08T14:53:39Z</dcterms:modified>
</cp:coreProperties>
</file>